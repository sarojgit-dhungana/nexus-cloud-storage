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Data Storage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Calibri"/>
              </a:rPr>
              <a:t>Secure Multi-Tenant Storage with AI Assistance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Tools  •  Algorithms  •  Features  •  Future 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2/7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Data Storage Management System is a multi-tenant platform for secure file storage and sharing.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It provides User, Admin, and Super Admin portals with JWT authentication and optional 2FA.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Users can upload, organize, share, restore files, and use AI assistance for document summary.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Built with Django REST Framework, React, TypeScript, and PostgreSQL.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Goal: dependable, secure, and scalable storage for smart digital workplaces.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Most Used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3/7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Backend &amp;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66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Python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Django + Django REST Framework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PostgreSQL (SQLite for local test)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SimpleJWT, pyotp, cryptography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Pillow / PyMuPDF for file 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Frontend &amp; Other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983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React + TypeScript + Vite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Tailwind CSS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PlantUML (CASE / UML diagrams)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Git for version control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Optional: S3/R2, ClamAV, Ollama/Groq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Most Important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SHA-256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Duplicate file detection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Share/invite token hashing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File integrity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TOTP (2FA)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Time-based one-time password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Authenticator app login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Stronger account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Malware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Heuristic upload scanning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Block dangerous files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Optional ClamAV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19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59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Local document summarization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Sentence ranking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Privacy-friendly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749039"/>
            <a:ext cx="3657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886199"/>
            <a:ext cx="3337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PBKDF2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59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Password hashing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Share-link password protection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No plain-text secrets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749039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199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OCR +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59"/>
            <a:ext cx="3246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Read scanned PDFs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Detect AI request intent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Select correct 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Algorithm-Based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5/7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Secure Upload: malware scan + SHA-256 + quota check before saving files.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Two-Factor Authentication: TOTP codes protect user login.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Safe Sharing: hashed tokens and optional password-protected links.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Duplicate Control: same file content cannot be uploaded twice in one workspace.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AI Assistance: TF-IDF + OCR summarize documents and answer file questions.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Access Control: role-based portals keep User, Admin, and Super Admin separated.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Future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Cloud Storage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166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Full Amazon S3 / Cloudflare R2 integration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Automatic cloud backup of files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Hybrid storage (local + cloud archive)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Cross-region availability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CDN for faster file download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5D5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F2C3C"/>
                </a:solidFill>
                <a:latin typeface="Calibri"/>
              </a:rPr>
              <a:t>Other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983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Mobile application support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Advanced AI multi-file analysis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Deeper analytics dashboards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Real-time collaboration alerts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Disaster recovery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B5563"/>
                </a:solidFill>
                <a:latin typeface="Calibri"/>
              </a:rPr>
              <a:t>Data Storage Management System  |  7/7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Data Storage Management System provides secure multi-tenant file management.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Key algorithms improve security, integrity, and AI-based usability.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Modern tools enable scalable web implementation.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E293B"/>
                </a:solidFill>
                <a:latin typeface="Calibri"/>
              </a:rPr>
              <a:t>• Future cloud storage connection will make the system enterprise-ready.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1A6B6B"/>
                </a:solidFill>
                <a:latin typeface="Calibri"/>
              </a:rPr>
              <a:t>Thank You</a:t>
            </a:r>
          </a:p>
          <a:p>
            <a:pPr algn="ctr"/>
            <a:r>
              <a:rPr sz="1600" b="0">
                <a:solidFill>
                  <a:srgbClr val="4B5563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